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5" r:id="rId5"/>
    <p:sldId id="261" r:id="rId6"/>
    <p:sldId id="264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4336-27B9-ECDD-3BB5-CBBCDA78F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9B603-6234-2F3F-DB8B-0AB3EE36C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F7A42-FDC8-DD68-5D46-1876D3A5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B3B10-B667-D831-E612-7C5E21EC8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7F189-934D-0533-AB51-BC944AEA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427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731DA-0743-1656-7785-B18872B09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2AB4E-FBD2-9F70-450A-79B4ECF05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8F5A3-2BE5-F889-CEDE-CBF947F4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40E4-047F-43DA-B57D-7F108630F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F9A4F-850B-EEE1-99BE-BAC3F5F7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680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A67A-7E82-1E53-4516-3EF8F29D9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CF593-BFA3-416E-4A6C-90FD063A0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C3509-0D90-5376-D32C-6E57D194C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F30C5-1FC6-5E9E-28B4-5FC3EA111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3E5DE-382F-22DA-3668-2AF8C062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243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594E-A083-05B8-DC9F-2D1169E13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D2D10-0DF9-06DC-AE01-8A0FD322B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11132-7CC5-C1FF-EB91-C23E090CC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65293-F75A-EFD0-671B-A1F55C449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AC014-C48F-B5DF-DE36-5EBE6626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343F-BDCD-C9EE-45D2-F7B525AA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0101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ECBB-C3A7-2EAA-DCB9-FF9DA2213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37173-7479-83F6-D04C-5FB7D6B16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D1989-0979-D642-4901-85E330A2E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5C2754-7928-C6BB-7537-E21237E08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7A59B-B5B3-2BD9-E0BF-E78E3CAF3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8028E1-993F-4216-A511-B9717674C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FE4797-FD6A-7D45-7766-04E1797D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B03DF3-5F19-747C-15DD-48FDA36E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2770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0BC5-91C5-5B3F-8FD9-4BF8616A5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AEA62-FD9E-0CA3-E374-4188DA5A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53722-6EE9-43B5-0A2A-833DCCFDE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C21CF8-49B5-B872-04F6-BCF4C52E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757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9DBAC-1A27-008E-6F35-161A65E3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C5C0F1-2032-4CA5-393C-6C7C3F01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7AE47-56F9-2A49-24D9-FE13D74A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597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7699-98AD-9CCE-347F-E0522ED33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8B7A5-4898-4A67-9EEB-3338E8E8B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B847A-0983-A179-47F1-FA04705CE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DC24F-4467-0856-FECB-D3BE7678F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0B4E9-7704-FACB-DE6C-B71A3020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C0A73-09E1-6A31-D8F0-ED502848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82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29FF-D738-FE21-C97A-8450E249A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C42C4E-7E0F-5DB7-7365-FFFD50BFA3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E5F30-4C5A-5429-17E4-A0E020074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F269F-E294-A569-6037-D20E1FE2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0113F-4A27-430E-DD45-B720CC8AD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44245-BF47-0D21-77C5-AB723AC5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777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FE03-4209-198F-2B97-B2CE7040B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5E3E7-CC20-0BD8-8DB7-971A168DC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7F1DD-33D2-4805-4577-6A47118F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DE45C-D16D-55B4-72D3-5948D3B9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19DE5-4889-FEF6-3E04-D3A0FA22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5168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18D478-FF00-6DBD-D07D-01DD655E1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CF57A-060F-EB8D-E77A-BE6495585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1A878-AC3A-B862-CE49-ECCBB763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4BBD-ECD8-7D98-E6F9-581147E79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24EA-8853-48BB-F9F1-DC457F0E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229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02B6B-B876-DC30-B154-DBB39000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8E6B5-11A6-F133-4478-1C6982D01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ABAC9-F54C-381F-A5CA-3F3EEF593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81993-C282-499D-9102-F83EDB8D66B9}" type="datetimeFigureOut">
              <a:rPr lang="en-CA" smtClean="0"/>
              <a:t>2023-02-13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BC956-8754-D7A9-08CF-DEA072DB1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E980F-4DA3-6D36-7831-0AEBBE9B1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44B3-C41A-4AB8-9FED-55E507EBD0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9123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aran-teja-parusha/WebJudge.git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1A03-C6B6-079C-49B9-39FF9C360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679" y="854015"/>
            <a:ext cx="9144000" cy="1267095"/>
          </a:xfrm>
        </p:spPr>
        <p:txBody>
          <a:bodyPr>
            <a:normAutofit/>
          </a:bodyPr>
          <a:lstStyle/>
          <a:p>
            <a:r>
              <a:rPr lang="en-CA" b="1" dirty="0">
                <a:solidFill>
                  <a:srgbClr val="002060"/>
                </a:solidFill>
              </a:rPr>
              <a:t>WebJudge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F7273-7153-58B3-331F-22C271A49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34287"/>
            <a:ext cx="9144000" cy="3169698"/>
          </a:xfrm>
        </p:spPr>
        <p:txBody>
          <a:bodyPr>
            <a:normAutofit/>
          </a:bodyPr>
          <a:lstStyle/>
          <a:p>
            <a:r>
              <a:rPr lang="en-CA" b="1" dirty="0"/>
              <a:t>PM:</a:t>
            </a:r>
          </a:p>
          <a:p>
            <a:r>
              <a:rPr lang="en-CA" b="0" i="0" dirty="0">
                <a:effectLst/>
                <a:latin typeface="Segoe UI" panose="020B0502040204020203" pitchFamily="34" charset="0"/>
              </a:rPr>
              <a:t>Marcos </a:t>
            </a:r>
            <a:r>
              <a:rPr lang="en-CA" b="0" i="0" dirty="0" err="1">
                <a:effectLst/>
                <a:latin typeface="Segoe UI" panose="020B0502040204020203" pitchFamily="34" charset="0"/>
              </a:rPr>
              <a:t>Bittencourt</a:t>
            </a:r>
            <a:endParaRPr lang="en-CA" b="1" dirty="0"/>
          </a:p>
          <a:p>
            <a:r>
              <a:rPr lang="en-CA" b="1" dirty="0"/>
              <a:t>Team:</a:t>
            </a:r>
          </a:p>
          <a:p>
            <a:r>
              <a:rPr lang="en-CA" dirty="0"/>
              <a:t>Charan Teja Parusha (100745701)</a:t>
            </a:r>
          </a:p>
          <a:p>
            <a:r>
              <a:rPr lang="en-CA" dirty="0"/>
              <a:t>Suresh </a:t>
            </a:r>
            <a:r>
              <a:rPr lang="en-CA" dirty="0" err="1"/>
              <a:t>Nanavath</a:t>
            </a:r>
            <a:r>
              <a:rPr lang="en-CA" dirty="0"/>
              <a:t> (</a:t>
            </a:r>
            <a:r>
              <a:rPr lang="en-CA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100888724</a:t>
            </a:r>
            <a:r>
              <a:rPr lang="en-CA" dirty="0"/>
              <a:t>)</a:t>
            </a:r>
          </a:p>
          <a:p>
            <a:r>
              <a:rPr lang="en-CA" dirty="0"/>
              <a:t>Aman Dahiya (</a:t>
            </a:r>
            <a:r>
              <a:rPr lang="en-CA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100823876</a:t>
            </a:r>
            <a:r>
              <a:rPr lang="en-CA" dirty="0"/>
              <a:t>)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E18613A-E505-0BA4-4BE4-F3830982C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336" y="930739"/>
            <a:ext cx="1267095" cy="1267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D236CE-1671-1902-E95A-E016A3A2B521}"/>
              </a:ext>
            </a:extLst>
          </p:cNvPr>
          <p:cNvSpPr txBox="1"/>
          <p:nvPr/>
        </p:nvSpPr>
        <p:spPr>
          <a:xfrm>
            <a:off x="2820837" y="6526942"/>
            <a:ext cx="96098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Image Source: https://www.istockphoto.com/vector/icon-icons-with-the-concept-of-correcting-evaluating-surveying-gm925693186-254020528</a:t>
            </a:r>
          </a:p>
        </p:txBody>
      </p:sp>
    </p:spTree>
    <p:extLst>
      <p:ext uri="{BB962C8B-B14F-4D97-AF65-F5344CB8AC3E}">
        <p14:creationId xmlns:p14="http://schemas.microsoft.com/office/powerpoint/2010/main" val="87697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DA0C99-66F5-062C-F9F9-A371CA5C2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6581" y="1592083"/>
            <a:ext cx="9144000" cy="3963328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A system for </a:t>
            </a:r>
            <a:r>
              <a:rPr lang="en-US" b="1" dirty="0"/>
              <a:t>evaluating brands/companies </a:t>
            </a:r>
            <a:r>
              <a:rPr lang="en-US" dirty="0"/>
              <a:t>where users can leave feedback on a specific brand/company regarding its authenticity, how quickly products are delivered, their products quality  etc. Brands will be </a:t>
            </a:r>
            <a:r>
              <a:rPr lang="en-US" b="1" dirty="0"/>
              <a:t>rated on</a:t>
            </a:r>
            <a:r>
              <a:rPr lang="en-US" dirty="0"/>
              <a:t> </a:t>
            </a:r>
            <a:r>
              <a:rPr lang="en-US" b="1" dirty="0"/>
              <a:t>comments analysis </a:t>
            </a:r>
            <a:r>
              <a:rPr lang="en-US" dirty="0"/>
              <a:t>using opinion mining.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This website's features include reviews and rankings of numerous brands.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It gives users the </a:t>
            </a:r>
            <a:r>
              <a:rPr lang="en-US" b="1" dirty="0"/>
              <a:t>ability to share reviews/their feedback</a:t>
            </a:r>
            <a:r>
              <a:rPr lang="en-US" dirty="0"/>
              <a:t> of different brands, and the system generates ratings based on those comments.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The user can also </a:t>
            </a:r>
            <a:r>
              <a:rPr lang="en-US" b="1" dirty="0"/>
              <a:t>compare</a:t>
            </a:r>
            <a:r>
              <a:rPr lang="en-US" dirty="0"/>
              <a:t> between different brands/company and review their ratings.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E370A-9D9B-DA8E-8CD4-1A19C51DB27C}"/>
              </a:ext>
            </a:extLst>
          </p:cNvPr>
          <p:cNvSpPr txBox="1"/>
          <p:nvPr/>
        </p:nvSpPr>
        <p:spPr>
          <a:xfrm>
            <a:off x="1794294" y="577970"/>
            <a:ext cx="8255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accent1">
                    <a:lumMod val="50000"/>
                  </a:schemeClr>
                </a:solidFill>
              </a:rPr>
              <a:t>Idea!</a:t>
            </a:r>
          </a:p>
        </p:txBody>
      </p:sp>
    </p:spTree>
    <p:extLst>
      <p:ext uri="{BB962C8B-B14F-4D97-AF65-F5344CB8AC3E}">
        <p14:creationId xmlns:p14="http://schemas.microsoft.com/office/powerpoint/2010/main" val="168675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User with solid fill">
            <a:extLst>
              <a:ext uri="{FF2B5EF4-FFF2-40B4-BE49-F238E27FC236}">
                <a16:creationId xmlns:a16="http://schemas.microsoft.com/office/drawing/2014/main" id="{191BB232-2325-33DC-B71D-2236B1B64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636" y="2514600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D22A75-BB8E-C87D-9229-A2DE41D36711}"/>
              </a:ext>
            </a:extLst>
          </p:cNvPr>
          <p:cNvSpPr txBox="1"/>
          <p:nvPr/>
        </p:nvSpPr>
        <p:spPr>
          <a:xfrm>
            <a:off x="549204" y="3320139"/>
            <a:ext cx="1431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002060"/>
                </a:solidFill>
              </a:rPr>
              <a:t>User Signup/Login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2C4CFA-8D99-2D0D-6858-2047523502CE}"/>
              </a:ext>
            </a:extLst>
          </p:cNvPr>
          <p:cNvSpPr/>
          <p:nvPr/>
        </p:nvSpPr>
        <p:spPr>
          <a:xfrm>
            <a:off x="2392389" y="2262997"/>
            <a:ext cx="1923695" cy="1593012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rgbClr val="002060"/>
                </a:solidFill>
              </a:rPr>
              <a:t>Search Brand/</a:t>
            </a:r>
            <a:br>
              <a:rPr lang="en-CA" dirty="0">
                <a:solidFill>
                  <a:srgbClr val="002060"/>
                </a:solidFill>
              </a:rPr>
            </a:br>
            <a:r>
              <a:rPr lang="en-CA" dirty="0">
                <a:solidFill>
                  <a:srgbClr val="002060"/>
                </a:solidFill>
              </a:rPr>
              <a:t>Company to view ratings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4BBE1E-BC1F-C8AD-ECE3-A4FA769A3148}"/>
              </a:ext>
            </a:extLst>
          </p:cNvPr>
          <p:cNvSpPr/>
          <p:nvPr/>
        </p:nvSpPr>
        <p:spPr>
          <a:xfrm>
            <a:off x="4666885" y="2514600"/>
            <a:ext cx="1685026" cy="113948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rgbClr val="002060"/>
                </a:solidFill>
              </a:rPr>
              <a:t>Also, Comment/</a:t>
            </a:r>
            <a:br>
              <a:rPr lang="en-CA" dirty="0">
                <a:solidFill>
                  <a:srgbClr val="002060"/>
                </a:solidFill>
              </a:rPr>
            </a:br>
            <a:r>
              <a:rPr lang="en-CA" dirty="0">
                <a:solidFill>
                  <a:srgbClr val="002060"/>
                </a:solidFill>
              </a:rPr>
              <a:t>Give Feedback on the brand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366A0DC-D0CB-EED1-2129-ABC5F0DD7B3A}"/>
              </a:ext>
            </a:extLst>
          </p:cNvPr>
          <p:cNvSpPr/>
          <p:nvPr/>
        </p:nvSpPr>
        <p:spPr>
          <a:xfrm>
            <a:off x="6639458" y="2531853"/>
            <a:ext cx="1685026" cy="113948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rgbClr val="002060"/>
                </a:solidFill>
              </a:rPr>
              <a:t>NLP Analyses and assigns ratings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13BAEB-E9B9-4C2F-0EBC-A0DE0DF132D3}"/>
              </a:ext>
            </a:extLst>
          </p:cNvPr>
          <p:cNvSpPr/>
          <p:nvPr/>
        </p:nvSpPr>
        <p:spPr>
          <a:xfrm>
            <a:off x="8612031" y="2290309"/>
            <a:ext cx="1685026" cy="149236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rgbClr val="002060"/>
                </a:solidFill>
              </a:rPr>
              <a:t>Check and Compare Ratings between diff brands</a:t>
            </a:r>
          </a:p>
        </p:txBody>
      </p:sp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id="{6A0C24C3-1330-EC56-8F00-CC5F8B38D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0398" y="2427305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6AFCEF-D886-DA2D-72C0-E9CAF3D55224}"/>
              </a:ext>
            </a:extLst>
          </p:cNvPr>
          <p:cNvSpPr txBox="1"/>
          <p:nvPr/>
        </p:nvSpPr>
        <p:spPr>
          <a:xfrm>
            <a:off x="10581732" y="3231717"/>
            <a:ext cx="1431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002060"/>
                </a:solidFill>
              </a:rPr>
              <a:t>User</a:t>
            </a:r>
            <a:br>
              <a:rPr lang="en-CA" dirty="0">
                <a:solidFill>
                  <a:srgbClr val="002060"/>
                </a:solidFill>
              </a:rPr>
            </a:br>
            <a:r>
              <a:rPr lang="en-CA" dirty="0">
                <a:solidFill>
                  <a:srgbClr val="002060"/>
                </a:solidFill>
              </a:rPr>
              <a:t>Logout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A8BA4A-62FE-0D46-6409-D317A62CA9A4}"/>
              </a:ext>
            </a:extLst>
          </p:cNvPr>
          <p:cNvCxnSpPr>
            <a:stCxn id="3" idx="3"/>
            <a:endCxn id="3" idx="3"/>
          </p:cNvCxnSpPr>
          <p:nvPr/>
        </p:nvCxnSpPr>
        <p:spPr>
          <a:xfrm>
            <a:off x="1731036" y="297180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E47E93-F435-6E1A-35CA-8B25A915980D}"/>
              </a:ext>
            </a:extLst>
          </p:cNvPr>
          <p:cNvCxnSpPr>
            <a:stCxn id="3" idx="3"/>
          </p:cNvCxnSpPr>
          <p:nvPr/>
        </p:nvCxnSpPr>
        <p:spPr>
          <a:xfrm>
            <a:off x="1731036" y="2971800"/>
            <a:ext cx="6412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A88148-ABE9-5CA3-767E-5672CC1530C6}"/>
              </a:ext>
            </a:extLst>
          </p:cNvPr>
          <p:cNvCxnSpPr>
            <a:cxnSpLocks/>
          </p:cNvCxnSpPr>
          <p:nvPr/>
        </p:nvCxnSpPr>
        <p:spPr>
          <a:xfrm flipV="1">
            <a:off x="4313202" y="2971800"/>
            <a:ext cx="353683" cy="14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58D19A-46FA-38BB-22EC-B70DA9BE36B6}"/>
              </a:ext>
            </a:extLst>
          </p:cNvPr>
          <p:cNvCxnSpPr>
            <a:cxnSpLocks/>
          </p:cNvCxnSpPr>
          <p:nvPr/>
        </p:nvCxnSpPr>
        <p:spPr>
          <a:xfrm flipV="1">
            <a:off x="6343285" y="2971800"/>
            <a:ext cx="296173" cy="14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D372E5-BC6E-A39D-E3D5-9A1F34D0E28A}"/>
              </a:ext>
            </a:extLst>
          </p:cNvPr>
          <p:cNvCxnSpPr>
            <a:cxnSpLocks/>
          </p:cNvCxnSpPr>
          <p:nvPr/>
        </p:nvCxnSpPr>
        <p:spPr>
          <a:xfrm flipV="1">
            <a:off x="8333114" y="2970362"/>
            <a:ext cx="296173" cy="14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FDED2F-BF0D-F8C4-B3FC-78BD4A319DDD}"/>
              </a:ext>
            </a:extLst>
          </p:cNvPr>
          <p:cNvCxnSpPr>
            <a:cxnSpLocks/>
          </p:cNvCxnSpPr>
          <p:nvPr/>
        </p:nvCxnSpPr>
        <p:spPr>
          <a:xfrm>
            <a:off x="10297057" y="2954547"/>
            <a:ext cx="5549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FF74D88-6192-AAFD-1972-5D517F3C275D}"/>
              </a:ext>
            </a:extLst>
          </p:cNvPr>
          <p:cNvSpPr txBox="1"/>
          <p:nvPr/>
        </p:nvSpPr>
        <p:spPr>
          <a:xfrm>
            <a:off x="4914181" y="578772"/>
            <a:ext cx="20243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 dirty="0">
                <a:solidFill>
                  <a:schemeClr val="accent1">
                    <a:lumMod val="50000"/>
                  </a:schemeClr>
                </a:solidFill>
              </a:rPr>
              <a:t>User story</a:t>
            </a:r>
            <a:endParaRPr lang="en-CA" sz="3200" dirty="0"/>
          </a:p>
        </p:txBody>
      </p: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10749BAA-731B-3D97-6450-024BBA2F3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349" y="442795"/>
            <a:ext cx="720752" cy="72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5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EC13F-A806-0D5B-855A-95803F97973D}"/>
              </a:ext>
            </a:extLst>
          </p:cNvPr>
          <p:cNvSpPr txBox="1"/>
          <p:nvPr/>
        </p:nvSpPr>
        <p:spPr>
          <a:xfrm>
            <a:off x="1905001" y="3592900"/>
            <a:ext cx="8255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accent1">
                    <a:lumMod val="50000"/>
                  </a:schemeClr>
                </a:solidFill>
              </a:rPr>
              <a:t>Stage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5C9A9-8021-D947-6472-CD6F7651295E}"/>
              </a:ext>
            </a:extLst>
          </p:cNvPr>
          <p:cNvSpPr txBox="1"/>
          <p:nvPr/>
        </p:nvSpPr>
        <p:spPr>
          <a:xfrm>
            <a:off x="1449241" y="1269006"/>
            <a:ext cx="97564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Data Collection</a:t>
            </a:r>
            <a:r>
              <a:rPr lang="en-US" sz="2000" b="1" dirty="0"/>
              <a:t>: </a:t>
            </a:r>
            <a:r>
              <a:rPr lang="en-US" sz="2000" dirty="0"/>
              <a:t>Collect data of comments on products from different brands/companies on e-commerce.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Data Preparation: </a:t>
            </a:r>
            <a:r>
              <a:rPr lang="en-US" sz="2000" dirty="0"/>
              <a:t>Prepare data to be suitable for analysis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Model: </a:t>
            </a:r>
            <a:r>
              <a:rPr lang="en-US" sz="2000" dirty="0"/>
              <a:t>Create a model which analysis the comments of different brands in the data and post ratings based on the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Website UI Design: </a:t>
            </a:r>
            <a:r>
              <a:rPr lang="en-US" sz="2000" dirty="0"/>
              <a:t>Develop a website where the user can search for brands, find ratings and compare ratings between different brands</a:t>
            </a:r>
            <a:endParaRPr lang="en-CA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847A2-17B2-DF25-892A-FE624A642069}"/>
              </a:ext>
            </a:extLst>
          </p:cNvPr>
          <p:cNvSpPr txBox="1"/>
          <p:nvPr/>
        </p:nvSpPr>
        <p:spPr>
          <a:xfrm>
            <a:off x="1847492" y="800658"/>
            <a:ext cx="8255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accent1">
                    <a:lumMod val="50000"/>
                  </a:schemeClr>
                </a:solidFill>
              </a:rPr>
              <a:t>Stage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1AC3B-47C1-6FB0-9ADF-C9780B5BD498}"/>
              </a:ext>
            </a:extLst>
          </p:cNvPr>
          <p:cNvSpPr txBox="1"/>
          <p:nvPr/>
        </p:nvSpPr>
        <p:spPr>
          <a:xfrm>
            <a:off x="1351474" y="4193245"/>
            <a:ext cx="97564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CA" sz="2000" b="1" dirty="0"/>
              <a:t>User Signup page: </a:t>
            </a:r>
            <a:r>
              <a:rPr lang="en-CA" sz="2000" dirty="0"/>
              <a:t>Create a use sign-up page where user can provide their details, such as age, demographic, gender, interested brands etc.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CA" sz="2000" b="1" dirty="0"/>
              <a:t>User Login: </a:t>
            </a:r>
            <a:r>
              <a:rPr lang="en-CA" sz="2000" dirty="0"/>
              <a:t>Create a user login page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CA" sz="2000" b="1" dirty="0"/>
              <a:t>User Comments: </a:t>
            </a:r>
            <a:r>
              <a:rPr lang="en-CA" sz="2000" dirty="0"/>
              <a:t>Create comment boxes below every brands review page. Add user comments to stack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CA" sz="2000" b="1" dirty="0"/>
              <a:t>User Comments Analyse: </a:t>
            </a:r>
            <a:r>
              <a:rPr lang="en-CA" sz="2000" dirty="0"/>
              <a:t>The model will re-evaluate based on new comments from user and provide ratings.</a:t>
            </a:r>
            <a:endParaRPr lang="en-CA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5184B-24FE-81E6-79C8-ADE35ACBD05E}"/>
              </a:ext>
            </a:extLst>
          </p:cNvPr>
          <p:cNvSpPr txBox="1"/>
          <p:nvPr/>
        </p:nvSpPr>
        <p:spPr>
          <a:xfrm>
            <a:off x="1899248" y="166026"/>
            <a:ext cx="8255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accent1">
                    <a:lumMod val="50000"/>
                  </a:schemeClr>
                </a:solidFill>
              </a:rPr>
              <a:t>Development</a:t>
            </a:r>
          </a:p>
        </p:txBody>
      </p:sp>
    </p:spTree>
    <p:extLst>
      <p:ext uri="{BB962C8B-B14F-4D97-AF65-F5344CB8AC3E}">
        <p14:creationId xmlns:p14="http://schemas.microsoft.com/office/powerpoint/2010/main" val="8545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8442D0-8423-AA22-F8A6-297F22AF6282}"/>
              </a:ext>
            </a:extLst>
          </p:cNvPr>
          <p:cNvSpPr txBox="1"/>
          <p:nvPr/>
        </p:nvSpPr>
        <p:spPr>
          <a:xfrm>
            <a:off x="1794294" y="577970"/>
            <a:ext cx="8255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accent1">
                    <a:lumMod val="50000"/>
                  </a:schemeClr>
                </a:solidFill>
              </a:rPr>
              <a:t>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B3AB0-49B4-6285-B052-D810DB28CB2E}"/>
              </a:ext>
            </a:extLst>
          </p:cNvPr>
          <p:cNvSpPr txBox="1"/>
          <p:nvPr/>
        </p:nvSpPr>
        <p:spPr>
          <a:xfrm>
            <a:off x="1466491" y="1397479"/>
            <a:ext cx="975647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Söhne"/>
              </a:rPr>
              <a:t>User Registration</a:t>
            </a:r>
            <a:r>
              <a:rPr lang="en-US" sz="2000" b="0" i="0" dirty="0">
                <a:effectLst/>
                <a:latin typeface="Söhne"/>
              </a:rPr>
              <a:t>: Test the ability for a user to create a new account, sign in, and sign out of the system.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Söhne"/>
              </a:rPr>
              <a:t>Brand/Company evaluation</a:t>
            </a:r>
            <a:r>
              <a:rPr lang="en-US" sz="2000" b="0" i="0" dirty="0">
                <a:effectLst/>
                <a:latin typeface="Söhne"/>
              </a:rPr>
              <a:t>: Test the ability for a user to evaluate a brand and leave feedback on various factors such as authenticity, delivery speed, customer service, etc.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Söhne"/>
              </a:rPr>
              <a:t>Search and filter</a:t>
            </a:r>
            <a:r>
              <a:rPr lang="en-US" sz="2000" b="0" i="0" dirty="0">
                <a:effectLst/>
                <a:latin typeface="Söhne"/>
              </a:rPr>
              <a:t>: Test the ability for users to search for brands and filter the results based on specific criteria such as ratings, location, or category.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Söhne"/>
              </a:rPr>
              <a:t>Comment analysis</a:t>
            </a:r>
            <a:r>
              <a:rPr lang="en-US" sz="2000" b="0" i="0" dirty="0">
                <a:effectLst/>
                <a:latin typeface="Söhne"/>
              </a:rPr>
              <a:t>: Test the ability of the NLP component to analyze user comments and extract relevant information.</a:t>
            </a:r>
          </a:p>
          <a:p>
            <a:pPr algn="just"/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3843636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3484C3-9238-38DB-A5F7-37F9730E23A5}"/>
              </a:ext>
            </a:extLst>
          </p:cNvPr>
          <p:cNvSpPr txBox="1"/>
          <p:nvPr/>
        </p:nvSpPr>
        <p:spPr>
          <a:xfrm>
            <a:off x="2958860" y="1242204"/>
            <a:ext cx="75222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Git Hub: </a:t>
            </a:r>
            <a:r>
              <a:rPr lang="en-CA" sz="2000" dirty="0">
                <a:hlinkClick r:id="rId2"/>
              </a:rPr>
              <a:t>https://github.com/charan-teja-parusha/WebJudge.git</a:t>
            </a:r>
            <a:endParaRPr lang="en-CA" sz="2000" dirty="0"/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77299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045AA1-8DAC-1A88-EC7D-A04233232072}"/>
              </a:ext>
            </a:extLst>
          </p:cNvPr>
          <p:cNvSpPr txBox="1"/>
          <p:nvPr/>
        </p:nvSpPr>
        <p:spPr>
          <a:xfrm>
            <a:off x="1561380" y="2035834"/>
            <a:ext cx="8255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b="1" dirty="0">
                <a:solidFill>
                  <a:schemeClr val="accent1">
                    <a:lumMod val="50000"/>
                  </a:schemeClr>
                </a:solidFill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2091597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446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Söhne</vt:lpstr>
      <vt:lpstr>Office Theme</vt:lpstr>
      <vt:lpstr>WebJudge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WebJudge</dc:title>
  <dc:creator>Charan teja Parusha</dc:creator>
  <cp:lastModifiedBy>Charan teja Parusha</cp:lastModifiedBy>
  <cp:revision>14</cp:revision>
  <dcterms:created xsi:type="dcterms:W3CDTF">2023-01-31T23:22:37Z</dcterms:created>
  <dcterms:modified xsi:type="dcterms:W3CDTF">2023-02-13T08:16:18Z</dcterms:modified>
</cp:coreProperties>
</file>